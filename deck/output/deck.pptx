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Defend your stack's carbon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A green retrofit audit of AI Pre-Scan — Path B · Ugo Ahukannah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The cheapest compute is the call you don't repeat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Audience: CTO · Path B retrofit audit of AI Pre-Scan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 Pre-Scan takes a company name and returns an evidence-backed draft inventory of the AI systems that company appears to use.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Its own LESSONS.md already records the finding this audit is built on: the research loop re-runs identical queries, at 3x the spend for the same candidates.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That is a cost line, a latency line and a carbon line at once — which is why this is a CTO conversation, not a sustainability one.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Every number here comes from the repository or the evaluation. Where I am guessing, the slide says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R = one completed pre-scan of one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One unit of value is one completed scan: a company name in, an evidence-backed inventory and a discussion list out.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Everything that follows is measured per R — calls per R, tokens per R, cost per R, seconds per R.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Boundary: from the operator pressing scan to the report rendering. Excludes the adviser's reading time and the downstream compliance checker.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Hotspots: three passes, twelve pages, one large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Defense of the assessment — measured from the code, not estimated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MAX_RESEARCH_PASSES = 3 and MAX_PAGES_PER_SCAN = 12, so one R can reach 36 page fetches.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Every fetched page gets one gpt-4o extraction call — the largest model in the stack, applied uniformly with no triage.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Each pass issues the same 10 web results plus 20 news results; across three passes that is up to 90 result sets for one company.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Validated passages are embedded into Pinecone with text-embedding-3-small — and store.query has no caller, so nothing reads them back.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The vendor corpus namespace has no writer at all: storage allocated, never filled, never read.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Repeated work is the dominant hotspot. It is also the cheapest to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Passes 2 and 3 redo pass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The caching candidate, and the reason the eval costs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 retry re-issues identical queries rather than refining them, so it cannot find a better source — it can only pay again for the same one.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Findings are replaced per pass rather than accumulated, so a finding evidenced on pass 1 can be lost and re-derived on pass 3.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Nothing is cached between passes: no query cache, no fetched-page cache, no extraction cache keyed by content hash.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Evidence: a full 12-company evaluation run costs roughly $2 and 25 minutes, and five runs were needed because single runs are not reproducible.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What I am guessing, and what I do not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"Why should we believe this?" — the parts I cannot evidence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ASSUMED: OpenAI and Pinecone run in US regions on a grid I cannot see; neither exposes per-call energy, so I cannot compute a real SCI figure.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ASSUMED: extraction dominates energy per R because it is the largest model applied most often — plausible from call counts, not measured.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ASSUMED: page fetches are small relative to inference; unverified, and wrong if a scan hits large PDFs.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KNOWN: call counts, pass limits, page caps and model names — these are read from the code and are not estimates.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KNOWN: the duplicate-query defect and the eval cost, both recorded in the repository before this audit.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UNKNOWN: how often a real scan actually reaches pass 3 in production, because there is no production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Where each hotspot lands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Carbon, energy, hardware,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ENERGY + CARBON: duplicate passes and uniform gpt-4o extraction — avoidable joules per R, and the largest share of it.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HARDWARE: embeddings written but never read, plus an empty vendor namespace — storage and index capacity provisioned for nothing.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MEASUREMENT: no per-R telemetry exists; cost and wall-clock are the only proxies available today.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CARBON: region is unchosen rather than chosen — the grid the work runs on is currently an accident of vendor defaults.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Make a retry cheaper than the first attempt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energy, carbon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passes 2 and 3 re-issue identical queries and re-fetch identical URLs, paying full price for a known answer.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CHANGE: cache search results and fetched page text for the life of one scan, keyed by query string and URL hash.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WHY IT IS SAFE: this is in-scan only. It does not reintroduce the cross-scan page retention removed for data-protection reasons — see the tradeoff slide.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Pattern: this is the "Cache static data" idea from the Green Software Patterns catalog, applied within a request rather than at the 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Stop sending every page to gpt-4o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energy, carbon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extraction runs gpt-4o on all 12 pages per pass regardless of whether a page plausibly mentions an AI system.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CHANGE: cheap deterministic prefilter, then gpt-4o-mini triage, and escalate to gpt-4o only for pages that survive both.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GUARDRAIL: pair the downgrade with a sample evaluation on the existing 12-company ground truth — no blind model downgrade.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WHY A CTO CARES: this is the single largest cost line per R, and the eval harness to prove it is safe already exists.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Delete the write path with no reader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hardware,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every validated passage is embedded and upserted to Pinecone, and store.query has no caller — the read side does not exist.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the vendor namespace has a schema and no writer, so index capacity is provisioned for data that never arrives.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CHANGE: either build the reader that justifies the write, or stop writing until the feature that needs it is real.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This is embodied carbon, not just runtime: an index costs hardware whether or not anything queries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Keep what pass 1 already 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energy,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findings are replaced per pass rather than accumulated, so proven work is discarded and re-derived.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CHANGE: accumulate findings across passes and exit as soon as the gate has enough evidence, instead of always spending the pass budget.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SECOND ORDER: this also fixes a correctness defect already recorded in LESSONS.md — a finding lost because a later pass did not re-find it.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The greenest version of this system is the one that stops early, and stopping early is also the more accurate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What I would track for two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measurement — proxies named honestly as proxies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Duplicate query rate per R — identical queries issued more than once in one scan. Target: zero.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gpt-4o calls per R and tokens per R, split by pass, so the triage change can be proved rather than asserted.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Cost per R and seconds per R as energy proxies — they are correlated with energy, they are not energy.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Passes used per R, to learn how often production actually reaches the pass-3 budget.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Pinecone vector count and read count — a read count that stays at zero is the evidence for improvement 3.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SUCCESS: duplicate query rate at zero, gpt-4o calls per R down by half with recall unchanged on the 12-company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What I am not 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Honesty before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No carbon-neutral claim, and no offsets. I have no energy data and no grid intensity for the regions involved, so no SCI figure is computed here.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Cost and latency are proxies. A cheaper scan is very probably a lower-energy scan, but I cannot prove the conversion without vendor telemetry.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Offsets would not change any number on these slides; reducing calls per R would. That is the only lever this audit actually pulls.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TRADEOFF: the in-scan cache in improvement 1 must not become cross-scan page retention — that was removed deliberately for data-protection reasons, and carbon does not outrank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If we cache and triage, what should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Stretch — a falsifiable prediction, measured on the existing eval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HYPOTHESIS: in-scan caching removes the duplicate search and fetch cost of passes 2 and 3, cutting search and fetch work per R by up to two thirds on any scan that retries.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HYPOTHESIS: triage cuts gpt-4o calls per R by roughly half, since most fetched pages never yield a finding.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FALSIFIABLE: recall and over-claim rate on the 12-company ground truth must not move outside their existing run-to-run variance.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If recall drops outside that band, the triage change is wrong and gets reverted — that is the test, decided before the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Defend your stack's carbon story — AI Pre-Scan (Path B)</dc:title>
  <dc:subject>Green retrofit audit, Ironhack AI Consulting Bootcamp Week 7</dc:subject>
  <dc:creator>Ugo Ahukannah</dc:creator>
  <cp:keywords/>
  <dc:description>generated using python-pptx</dc:description>
  <cp:lastModifiedBy>Ugo Ahukannah</cp:lastModifiedBy>
  <cp:revision>1</cp:revision>
  <dcterms:created xsi:type="dcterms:W3CDTF">2013-01-27T09:14:16Z</dcterms:created>
  <dcterms:modified xsi:type="dcterms:W3CDTF">2013-01-27T09:15:58Z</dcterms:modified>
  <cp:category/>
</cp:coreProperties>
</file>